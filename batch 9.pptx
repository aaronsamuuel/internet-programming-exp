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22"/>
  </p:notesMasterIdLst>
  <p:handoutMasterIdLst>
    <p:handoutMasterId r:id="rId23"/>
  </p:handoutMasterIdLst>
  <p:sldIdLst>
    <p:sldId id="261" r:id="rId5"/>
    <p:sldId id="327" r:id="rId6"/>
    <p:sldId id="348" r:id="rId7"/>
    <p:sldId id="332" r:id="rId8"/>
    <p:sldId id="333" r:id="rId9"/>
    <p:sldId id="350" r:id="rId10"/>
    <p:sldId id="349" r:id="rId11"/>
    <p:sldId id="351" r:id="rId12"/>
    <p:sldId id="331" r:id="rId13"/>
    <p:sldId id="335" r:id="rId14"/>
    <p:sldId id="336" r:id="rId15"/>
    <p:sldId id="346" r:id="rId16"/>
    <p:sldId id="352" r:id="rId17"/>
    <p:sldId id="353" r:id="rId18"/>
    <p:sldId id="347" r:id="rId19"/>
    <p:sldId id="354" r:id="rId20"/>
    <p:sldId id="35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8C09"/>
    <a:srgbClr val="EEEEEE"/>
    <a:srgbClr val="87175F"/>
    <a:srgbClr val="EEC621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14E254-71EC-4444-BFAA-C5D3CE00168C}" v="69" dt="2026-08-08T06:14:21.503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71" autoAdjust="0"/>
    <p:restoredTop sz="95034" autoAdjust="0"/>
  </p:normalViewPr>
  <p:slideViewPr>
    <p:cSldViewPr>
      <p:cViewPr varScale="1">
        <p:scale>
          <a:sx n="53" d="100"/>
          <a:sy n="53" d="100"/>
        </p:scale>
        <p:origin x="114" y="420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V" userId="499a9d2cd44f0b66" providerId="LiveId" clId="{3DF5733B-E84E-421B-8576-D4B37553F6E0}"/>
    <pc:docChg chg="undo custSel addSld delSld modSld sldOrd">
      <pc:chgData name="Deepak V" userId="499a9d2cd44f0b66" providerId="LiveId" clId="{3DF5733B-E84E-421B-8576-D4B37553F6E0}" dt="2026-08-08T06:14:50.089" v="2271" actId="14100"/>
      <pc:docMkLst>
        <pc:docMk/>
      </pc:docMkLst>
      <pc:sldChg chg="addSp delSp modSp mod">
        <pc:chgData name="Deepak V" userId="499a9d2cd44f0b66" providerId="LiveId" clId="{3DF5733B-E84E-421B-8576-D4B37553F6E0}" dt="2026-08-08T06:12:42.992" v="2237" actId="20577"/>
        <pc:sldMkLst>
          <pc:docMk/>
          <pc:sldMk cId="3135228966" sldId="261"/>
        </pc:sldMkLst>
        <pc:spChg chg="mod">
          <ac:chgData name="Deepak V" userId="499a9d2cd44f0b66" providerId="LiveId" clId="{3DF5733B-E84E-421B-8576-D4B37553F6E0}" dt="2026-08-08T06:11:06.754" v="2180" actId="1076"/>
          <ac:spMkLst>
            <pc:docMk/>
            <pc:sldMk cId="3135228966" sldId="261"/>
            <ac:spMk id="2" creationId="{0D5DD552-4C5C-FE74-9769-1E5D9287941F}"/>
          </ac:spMkLst>
        </pc:spChg>
        <pc:spChg chg="mod">
          <ac:chgData name="Deepak V" userId="499a9d2cd44f0b66" providerId="LiveId" clId="{3DF5733B-E84E-421B-8576-D4B37553F6E0}" dt="2026-08-08T06:12:42.992" v="2237" actId="20577"/>
          <ac:spMkLst>
            <pc:docMk/>
            <pc:sldMk cId="3135228966" sldId="261"/>
            <ac:spMk id="22" creationId="{22A12031-A2E9-2CC6-9179-DD1444064008}"/>
          </ac:spMkLst>
        </pc:spChg>
        <pc:spChg chg="mod">
          <ac:chgData name="Deepak V" userId="499a9d2cd44f0b66" providerId="LiveId" clId="{3DF5733B-E84E-421B-8576-D4B37553F6E0}" dt="2026-07-16T09:06:07.619" v="1873" actId="113"/>
          <ac:spMkLst>
            <pc:docMk/>
            <pc:sldMk cId="3135228966" sldId="261"/>
            <ac:spMk id="23" creationId="{FE5F9498-1363-477C-610A-E784212125B9}"/>
          </ac:spMkLst>
        </pc:spChg>
        <pc:spChg chg="mod">
          <ac:chgData name="Deepak V" userId="499a9d2cd44f0b66" providerId="LiveId" clId="{3DF5733B-E84E-421B-8576-D4B37553F6E0}" dt="2026-07-16T08:38:23.658" v="1632" actId="20577"/>
          <ac:spMkLst>
            <pc:docMk/>
            <pc:sldMk cId="3135228966" sldId="261"/>
            <ac:spMk id="25" creationId="{D31715E9-5BEB-9BE2-CD98-F68FE3887254}"/>
          </ac:spMkLst>
        </pc:spChg>
        <pc:picChg chg="mod">
          <ac:chgData name="Deepak V" userId="499a9d2cd44f0b66" providerId="LiveId" clId="{3DF5733B-E84E-421B-8576-D4B37553F6E0}" dt="2026-08-08T06:10:56.035" v="2177" actId="1076"/>
          <ac:picMkLst>
            <pc:docMk/>
            <pc:sldMk cId="3135228966" sldId="261"/>
            <ac:picMk id="1026" creationId="{D6D88F28-9497-673D-5638-1AE930DBC485}"/>
          </ac:picMkLst>
        </pc:picChg>
      </pc:sldChg>
      <pc:sldChg chg="modSp mod">
        <pc:chgData name="Deepak V" userId="499a9d2cd44f0b66" providerId="LiveId" clId="{3DF5733B-E84E-421B-8576-D4B37553F6E0}" dt="2026-08-08T05:22:25.759" v="2021" actId="1076"/>
        <pc:sldMkLst>
          <pc:docMk/>
          <pc:sldMk cId="1131382348" sldId="327"/>
        </pc:sldMkLst>
        <pc:spChg chg="mod">
          <ac:chgData name="Deepak V" userId="499a9d2cd44f0b66" providerId="LiveId" clId="{3DF5733B-E84E-421B-8576-D4B37553F6E0}" dt="2026-08-08T05:22:25.759" v="2021" actId="1076"/>
          <ac:spMkLst>
            <pc:docMk/>
            <pc:sldMk cId="1131382348" sldId="327"/>
            <ac:spMk id="2" creationId="{E750BA0A-E9F3-E037-320D-8721B5CAA9DF}"/>
          </ac:spMkLst>
        </pc:spChg>
        <pc:spChg chg="mod">
          <ac:chgData name="Deepak V" userId="499a9d2cd44f0b66" providerId="LiveId" clId="{3DF5733B-E84E-421B-8576-D4B37553F6E0}" dt="2026-08-08T05:20:23.467" v="1974" actId="20577"/>
          <ac:spMkLst>
            <pc:docMk/>
            <pc:sldMk cId="1131382348" sldId="327"/>
            <ac:spMk id="12" creationId="{1B9E1200-92A9-C714-5E46-1D5DB90AE751}"/>
          </ac:spMkLst>
        </pc:spChg>
      </pc:sldChg>
      <pc:sldChg chg="modSp mod">
        <pc:chgData name="Deepak V" userId="499a9d2cd44f0b66" providerId="LiveId" clId="{3DF5733B-E84E-421B-8576-D4B37553F6E0}" dt="2026-07-16T09:01:13.388" v="1864" actId="2711"/>
        <pc:sldMkLst>
          <pc:docMk/>
          <pc:sldMk cId="703962892" sldId="331"/>
        </pc:sldMkLst>
        <pc:spChg chg="mod">
          <ac:chgData name="Deepak V" userId="499a9d2cd44f0b66" providerId="LiveId" clId="{3DF5733B-E84E-421B-8576-D4B37553F6E0}" dt="2026-07-16T08:58:18.408" v="1832" actId="1076"/>
          <ac:spMkLst>
            <pc:docMk/>
            <pc:sldMk cId="703962892" sldId="331"/>
            <ac:spMk id="2" creationId="{500B0FD5-C189-AA28-3D37-D3A1B50C1B8C}"/>
          </ac:spMkLst>
        </pc:spChg>
        <pc:spChg chg="mod">
          <ac:chgData name="Deepak V" userId="499a9d2cd44f0b66" providerId="LiveId" clId="{3DF5733B-E84E-421B-8576-D4B37553F6E0}" dt="2026-07-16T09:01:13.388" v="1864" actId="2711"/>
          <ac:spMkLst>
            <pc:docMk/>
            <pc:sldMk cId="703962892" sldId="331"/>
            <ac:spMk id="5" creationId="{8640AA47-D1D4-9F99-F993-DA165618B41D}"/>
          </ac:spMkLst>
        </pc:spChg>
      </pc:sldChg>
      <pc:sldChg chg="modSp mod">
        <pc:chgData name="Deepak V" userId="499a9d2cd44f0b66" providerId="LiveId" clId="{3DF5733B-E84E-421B-8576-D4B37553F6E0}" dt="2026-07-16T08:54:13.493" v="1759" actId="403"/>
        <pc:sldMkLst>
          <pc:docMk/>
          <pc:sldMk cId="3526233741" sldId="332"/>
        </pc:sldMkLst>
        <pc:spChg chg="mod">
          <ac:chgData name="Deepak V" userId="499a9d2cd44f0b66" providerId="LiveId" clId="{3DF5733B-E84E-421B-8576-D4B37553F6E0}" dt="2026-07-16T08:54:13.493" v="1759" actId="403"/>
          <ac:spMkLst>
            <pc:docMk/>
            <pc:sldMk cId="3526233741" sldId="332"/>
            <ac:spMk id="2" creationId="{2C7CA7DC-6DEB-75A0-C6FD-4C662D4E3907}"/>
          </ac:spMkLst>
        </pc:spChg>
      </pc:sldChg>
      <pc:sldChg chg="addSp delSp modSp mod">
        <pc:chgData name="Deepak V" userId="499a9d2cd44f0b66" providerId="LiveId" clId="{3DF5733B-E84E-421B-8576-D4B37553F6E0}" dt="2026-07-16T08:56:23.928" v="1800" actId="1076"/>
        <pc:sldMkLst>
          <pc:docMk/>
          <pc:sldMk cId="1288940100" sldId="333"/>
        </pc:sldMkLst>
        <pc:spChg chg="add mod">
          <ac:chgData name="Deepak V" userId="499a9d2cd44f0b66" providerId="LiveId" clId="{3DF5733B-E84E-421B-8576-D4B37553F6E0}" dt="2026-07-16T08:56:23.928" v="1800" actId="1076"/>
          <ac:spMkLst>
            <pc:docMk/>
            <pc:sldMk cId="1288940100" sldId="333"/>
            <ac:spMk id="3" creationId="{651403A6-D547-93EB-B3E4-6F47113DB140}"/>
          </ac:spMkLst>
        </pc:spChg>
        <pc:spChg chg="mod">
          <ac:chgData name="Deepak V" userId="499a9d2cd44f0b66" providerId="LiveId" clId="{3DF5733B-E84E-421B-8576-D4B37553F6E0}" dt="2026-07-16T08:38:50.630" v="1642" actId="20577"/>
          <ac:spMkLst>
            <pc:docMk/>
            <pc:sldMk cId="1288940100" sldId="333"/>
            <ac:spMk id="12" creationId="{E9837FDA-CC1C-CA20-9E38-E7D0DD4F7A62}"/>
          </ac:spMkLst>
        </pc:spChg>
      </pc:sldChg>
      <pc:sldChg chg="delSp del mod ord">
        <pc:chgData name="Deepak V" userId="499a9d2cd44f0b66" providerId="LiveId" clId="{3DF5733B-E84E-421B-8576-D4B37553F6E0}" dt="2026-08-08T05:30:31.519" v="2129" actId="47"/>
        <pc:sldMkLst>
          <pc:docMk/>
          <pc:sldMk cId="3842847518" sldId="334"/>
        </pc:sldMkLst>
      </pc:sldChg>
      <pc:sldChg chg="modSp mod">
        <pc:chgData name="Deepak V" userId="499a9d2cd44f0b66" providerId="LiveId" clId="{3DF5733B-E84E-421B-8576-D4B37553F6E0}" dt="2026-07-16T09:01:06.585" v="1863" actId="2711"/>
        <pc:sldMkLst>
          <pc:docMk/>
          <pc:sldMk cId="1719368558" sldId="335"/>
        </pc:sldMkLst>
        <pc:spChg chg="mod">
          <ac:chgData name="Deepak V" userId="499a9d2cd44f0b66" providerId="LiveId" clId="{3DF5733B-E84E-421B-8576-D4B37553F6E0}" dt="2026-07-16T08:59:43.953" v="1850" actId="1076"/>
          <ac:spMkLst>
            <pc:docMk/>
            <pc:sldMk cId="1719368558" sldId="335"/>
            <ac:spMk id="2" creationId="{35FD0BE3-1B7A-27DE-3EED-4256FF3C2D0A}"/>
          </ac:spMkLst>
        </pc:spChg>
        <pc:spChg chg="mod">
          <ac:chgData name="Deepak V" userId="499a9d2cd44f0b66" providerId="LiveId" clId="{3DF5733B-E84E-421B-8576-D4B37553F6E0}" dt="2026-07-16T09:01:06.585" v="1863" actId="2711"/>
          <ac:spMkLst>
            <pc:docMk/>
            <pc:sldMk cId="1719368558" sldId="335"/>
            <ac:spMk id="5" creationId="{E270ED14-C5EC-66BF-E5F8-B4DECB94E610}"/>
          </ac:spMkLst>
        </pc:spChg>
        <pc:spChg chg="mod">
          <ac:chgData name="Deepak V" userId="499a9d2cd44f0b66" providerId="LiveId" clId="{3DF5733B-E84E-421B-8576-D4B37553F6E0}" dt="2026-07-16T08:59:35.327" v="1848" actId="1076"/>
          <ac:spMkLst>
            <pc:docMk/>
            <pc:sldMk cId="1719368558" sldId="335"/>
            <ac:spMk id="9" creationId="{78B3E1C0-5633-DDCD-1105-189E3D27351E}"/>
          </ac:spMkLst>
        </pc:spChg>
        <pc:spChg chg="mod">
          <ac:chgData name="Deepak V" userId="499a9d2cd44f0b66" providerId="LiveId" clId="{3DF5733B-E84E-421B-8576-D4B37553F6E0}" dt="2026-07-16T08:59:31.609" v="1847" actId="1076"/>
          <ac:spMkLst>
            <pc:docMk/>
            <pc:sldMk cId="1719368558" sldId="335"/>
            <ac:spMk id="12" creationId="{1627790D-D387-89F1-442A-C6E7F4D4A8D4}"/>
          </ac:spMkLst>
        </pc:spChg>
      </pc:sldChg>
      <pc:sldChg chg="modSp mod">
        <pc:chgData name="Deepak V" userId="499a9d2cd44f0b66" providerId="LiveId" clId="{3DF5733B-E84E-421B-8576-D4B37553F6E0}" dt="2026-07-16T09:06:37.008" v="1876" actId="1076"/>
        <pc:sldMkLst>
          <pc:docMk/>
          <pc:sldMk cId="3412892700" sldId="336"/>
        </pc:sldMkLst>
        <pc:spChg chg="mod">
          <ac:chgData name="Deepak V" userId="499a9d2cd44f0b66" providerId="LiveId" clId="{3DF5733B-E84E-421B-8576-D4B37553F6E0}" dt="2026-07-16T09:00:45.613" v="1861" actId="2711"/>
          <ac:spMkLst>
            <pc:docMk/>
            <pc:sldMk cId="3412892700" sldId="336"/>
            <ac:spMk id="2" creationId="{EE0DE3E0-C52C-1D12-C27A-A22AFE8CF146}"/>
          </ac:spMkLst>
        </pc:spChg>
        <pc:spChg chg="mod">
          <ac:chgData name="Deepak V" userId="499a9d2cd44f0b66" providerId="LiveId" clId="{3DF5733B-E84E-421B-8576-D4B37553F6E0}" dt="2026-07-16T09:06:37.008" v="1876" actId="1076"/>
          <ac:spMkLst>
            <pc:docMk/>
            <pc:sldMk cId="3412892700" sldId="336"/>
            <ac:spMk id="5" creationId="{20682B04-21FF-0C58-5BDD-9A1427C99637}"/>
          </ac:spMkLst>
        </pc:spChg>
        <pc:spChg chg="mod">
          <ac:chgData name="Deepak V" userId="499a9d2cd44f0b66" providerId="LiveId" clId="{3DF5733B-E84E-421B-8576-D4B37553F6E0}" dt="2026-07-16T09:06:34.757" v="1875" actId="1076"/>
          <ac:spMkLst>
            <pc:docMk/>
            <pc:sldMk cId="3412892700" sldId="336"/>
            <ac:spMk id="9" creationId="{9CD8363D-0F16-D0BC-79E9-D01496E3D671}"/>
          </ac:spMkLst>
        </pc:spChg>
        <pc:spChg chg="mod">
          <ac:chgData name="Deepak V" userId="499a9d2cd44f0b66" providerId="LiveId" clId="{3DF5733B-E84E-421B-8576-D4B37553F6E0}" dt="2026-07-16T09:06:31.628" v="1874" actId="1076"/>
          <ac:spMkLst>
            <pc:docMk/>
            <pc:sldMk cId="3412892700" sldId="336"/>
            <ac:spMk id="12" creationId="{3AD20EE3-D9E7-7B3B-1B41-11DB71CCB522}"/>
          </ac:spMkLst>
        </pc:spChg>
      </pc:sldChg>
      <pc:sldChg chg="add del">
        <pc:chgData name="Deepak V" userId="499a9d2cd44f0b66" providerId="LiveId" clId="{3DF5733B-E84E-421B-8576-D4B37553F6E0}" dt="2026-08-08T05:22:55.726" v="2035" actId="47"/>
        <pc:sldMkLst>
          <pc:docMk/>
          <pc:sldMk cId="1142707554" sldId="339"/>
        </pc:sldMkLst>
      </pc:sldChg>
      <pc:sldChg chg="add del">
        <pc:chgData name="Deepak V" userId="499a9d2cd44f0b66" providerId="LiveId" clId="{3DF5733B-E84E-421B-8576-D4B37553F6E0}" dt="2026-08-08T05:22:57.125" v="2037" actId="47"/>
        <pc:sldMkLst>
          <pc:docMk/>
          <pc:sldMk cId="172841948" sldId="340"/>
        </pc:sldMkLst>
      </pc:sldChg>
      <pc:sldChg chg="add del">
        <pc:chgData name="Deepak V" userId="499a9d2cd44f0b66" providerId="LiveId" clId="{3DF5733B-E84E-421B-8576-D4B37553F6E0}" dt="2026-08-08T05:22:57.723" v="2038" actId="47"/>
        <pc:sldMkLst>
          <pc:docMk/>
          <pc:sldMk cId="1806949640" sldId="341"/>
        </pc:sldMkLst>
      </pc:sldChg>
      <pc:sldChg chg="add del">
        <pc:chgData name="Deepak V" userId="499a9d2cd44f0b66" providerId="LiveId" clId="{3DF5733B-E84E-421B-8576-D4B37553F6E0}" dt="2026-08-08T05:22:58.506" v="2039" actId="47"/>
        <pc:sldMkLst>
          <pc:docMk/>
          <pc:sldMk cId="839910852" sldId="342"/>
        </pc:sldMkLst>
      </pc:sldChg>
      <pc:sldChg chg="add del">
        <pc:chgData name="Deepak V" userId="499a9d2cd44f0b66" providerId="LiveId" clId="{3DF5733B-E84E-421B-8576-D4B37553F6E0}" dt="2026-08-08T05:22:56.431" v="2036" actId="47"/>
        <pc:sldMkLst>
          <pc:docMk/>
          <pc:sldMk cId="2091496197" sldId="343"/>
        </pc:sldMkLst>
      </pc:sldChg>
      <pc:sldChg chg="modSp add del mod ord">
        <pc:chgData name="Deepak V" userId="499a9d2cd44f0b66" providerId="LiveId" clId="{3DF5733B-E84E-421B-8576-D4B37553F6E0}" dt="2026-08-08T05:30:33.102" v="2130" actId="47"/>
        <pc:sldMkLst>
          <pc:docMk/>
          <pc:sldMk cId="772765316" sldId="344"/>
        </pc:sldMkLst>
      </pc:sldChg>
      <pc:sldChg chg="add del">
        <pc:chgData name="Deepak V" userId="499a9d2cd44f0b66" providerId="LiveId" clId="{3DF5733B-E84E-421B-8576-D4B37553F6E0}" dt="2026-08-08T05:22:40.548" v="2022" actId="47"/>
        <pc:sldMkLst>
          <pc:docMk/>
          <pc:sldMk cId="1632896711" sldId="345"/>
        </pc:sldMkLst>
      </pc:sldChg>
      <pc:sldChg chg="modSp add mod">
        <pc:chgData name="Deepak V" userId="499a9d2cd44f0b66" providerId="LiveId" clId="{3DF5733B-E84E-421B-8576-D4B37553F6E0}" dt="2026-07-20T13:03:44.065" v="1906" actId="2711"/>
        <pc:sldMkLst>
          <pc:docMk/>
          <pc:sldMk cId="3234943257" sldId="346"/>
        </pc:sldMkLst>
        <pc:spChg chg="mod">
          <ac:chgData name="Deepak V" userId="499a9d2cd44f0b66" providerId="LiveId" clId="{3DF5733B-E84E-421B-8576-D4B37553F6E0}" dt="2026-07-20T13:03:34.682" v="1905" actId="2711"/>
          <ac:spMkLst>
            <pc:docMk/>
            <pc:sldMk cId="3234943257" sldId="346"/>
            <ac:spMk id="2" creationId="{06A45103-AC59-4F67-AFEB-6A5B63FADED2}"/>
          </ac:spMkLst>
        </pc:spChg>
        <pc:spChg chg="mod">
          <ac:chgData name="Deepak V" userId="499a9d2cd44f0b66" providerId="LiveId" clId="{3DF5733B-E84E-421B-8576-D4B37553F6E0}" dt="2026-07-20T13:03:44.065" v="1906" actId="2711"/>
          <ac:spMkLst>
            <pc:docMk/>
            <pc:sldMk cId="3234943257" sldId="346"/>
            <ac:spMk id="5" creationId="{5B1A80B9-63BE-96E4-8E65-5C9C5728E3B1}"/>
          </ac:spMkLst>
        </pc:spChg>
      </pc:sldChg>
      <pc:sldChg chg="addSp delSp modSp add mod">
        <pc:chgData name="Deepak V" userId="499a9d2cd44f0b66" providerId="LiveId" clId="{3DF5733B-E84E-421B-8576-D4B37553F6E0}" dt="2026-08-08T06:09:11.650" v="2152" actId="1076"/>
        <pc:sldMkLst>
          <pc:docMk/>
          <pc:sldMk cId="355093536" sldId="347"/>
        </pc:sldMkLst>
        <pc:spChg chg="add del mod">
          <ac:chgData name="Deepak V" userId="499a9d2cd44f0b66" providerId="LiveId" clId="{3DF5733B-E84E-421B-8576-D4B37553F6E0}" dt="2026-08-08T06:07:42.270" v="2135"/>
          <ac:spMkLst>
            <pc:docMk/>
            <pc:sldMk cId="355093536" sldId="347"/>
            <ac:spMk id="2" creationId="{862543A1-A5B2-32C8-A34C-ACA760685BE6}"/>
          </ac:spMkLst>
        </pc:spChg>
        <pc:spChg chg="del mod">
          <ac:chgData name="Deepak V" userId="499a9d2cd44f0b66" providerId="LiveId" clId="{3DF5733B-E84E-421B-8576-D4B37553F6E0}" dt="2026-08-08T06:07:42.264" v="2133" actId="478"/>
          <ac:spMkLst>
            <pc:docMk/>
            <pc:sldMk cId="355093536" sldId="347"/>
            <ac:spMk id="3" creationId="{55BBC051-93A8-F8FD-9923-1E2E5D3A34D8}"/>
          </ac:spMkLst>
        </pc:spChg>
        <pc:spChg chg="add mod">
          <ac:chgData name="Deepak V" userId="499a9d2cd44f0b66" providerId="LiveId" clId="{3DF5733B-E84E-421B-8576-D4B37553F6E0}" dt="2026-08-08T06:09:11.650" v="2152" actId="1076"/>
          <ac:spMkLst>
            <pc:docMk/>
            <pc:sldMk cId="355093536" sldId="347"/>
            <ac:spMk id="6" creationId="{5517AEF7-A85B-6E3B-F53A-BC4B45BADA9E}"/>
          </ac:spMkLst>
        </pc:spChg>
        <pc:spChg chg="mod">
          <ac:chgData name="Deepak V" userId="499a9d2cd44f0b66" providerId="LiveId" clId="{3DF5733B-E84E-421B-8576-D4B37553F6E0}" dt="2026-07-20T13:01:39.879" v="1889" actId="20577"/>
          <ac:spMkLst>
            <pc:docMk/>
            <pc:sldMk cId="355093536" sldId="347"/>
            <ac:spMk id="12" creationId="{1A8A1079-4B3B-0903-CF54-73BC29FE6547}"/>
          </ac:spMkLst>
        </pc:spChg>
        <pc:picChg chg="mod">
          <ac:chgData name="Deepak V" userId="499a9d2cd44f0b66" providerId="LiveId" clId="{3DF5733B-E84E-421B-8576-D4B37553F6E0}" dt="2026-08-08T06:07:45.501" v="2139" actId="1076"/>
          <ac:picMkLst>
            <pc:docMk/>
            <pc:sldMk cId="355093536" sldId="347"/>
            <ac:picMk id="4" creationId="{6C35E860-80B0-8105-88CF-CEC09A5CABF4}"/>
          </ac:picMkLst>
        </pc:picChg>
      </pc:sldChg>
      <pc:sldChg chg="modSp add mod">
        <pc:chgData name="Deepak V" userId="499a9d2cd44f0b66" providerId="LiveId" clId="{3DF5733B-E84E-421B-8576-D4B37553F6E0}" dt="2026-08-08T05:21:42.318" v="1998"/>
        <pc:sldMkLst>
          <pc:docMk/>
          <pc:sldMk cId="1713647882" sldId="348"/>
        </pc:sldMkLst>
        <pc:spChg chg="mod">
          <ac:chgData name="Deepak V" userId="499a9d2cd44f0b66" providerId="LiveId" clId="{3DF5733B-E84E-421B-8576-D4B37553F6E0}" dt="2026-08-08T05:21:42.318" v="1998"/>
          <ac:spMkLst>
            <pc:docMk/>
            <pc:sldMk cId="1713647882" sldId="348"/>
            <ac:spMk id="2" creationId="{81310909-525D-31BB-39FC-1C026394FA5F}"/>
          </ac:spMkLst>
        </pc:spChg>
      </pc:sldChg>
      <pc:sldChg chg="add del">
        <pc:chgData name="Deepak V" userId="499a9d2cd44f0b66" providerId="LiveId" clId="{3DF5733B-E84E-421B-8576-D4B37553F6E0}" dt="2026-08-08T05:20:28.402" v="1977"/>
        <pc:sldMkLst>
          <pc:docMk/>
          <pc:sldMk cId="4999467" sldId="349"/>
        </pc:sldMkLst>
      </pc:sldChg>
      <pc:sldChg chg="modSp add mod">
        <pc:chgData name="Deepak V" userId="499a9d2cd44f0b66" providerId="LiveId" clId="{3DF5733B-E84E-421B-8576-D4B37553F6E0}" dt="2026-08-08T05:29:19.249" v="2128" actId="14100"/>
        <pc:sldMkLst>
          <pc:docMk/>
          <pc:sldMk cId="506201938" sldId="349"/>
        </pc:sldMkLst>
        <pc:spChg chg="mod">
          <ac:chgData name="Deepak V" userId="499a9d2cd44f0b66" providerId="LiveId" clId="{3DF5733B-E84E-421B-8576-D4B37553F6E0}" dt="2026-08-08T05:29:19.249" v="2128" actId="14100"/>
          <ac:spMkLst>
            <pc:docMk/>
            <pc:sldMk cId="506201938" sldId="349"/>
            <ac:spMk id="3" creationId="{F93830E9-FB9F-DD0D-6513-6C98BAE106B5}"/>
          </ac:spMkLst>
        </pc:spChg>
        <pc:spChg chg="mod">
          <ac:chgData name="Deepak V" userId="499a9d2cd44f0b66" providerId="LiveId" clId="{3DF5733B-E84E-421B-8576-D4B37553F6E0}" dt="2026-08-08T05:24:49.111" v="2072" actId="403"/>
          <ac:spMkLst>
            <pc:docMk/>
            <pc:sldMk cId="506201938" sldId="349"/>
            <ac:spMk id="12" creationId="{0F1ADB31-F85C-D0FD-3736-E9B532ADC3BD}"/>
          </ac:spMkLst>
        </pc:spChg>
      </pc:sldChg>
      <pc:sldChg chg="modSp add mod ord">
        <pc:chgData name="Deepak V" userId="499a9d2cd44f0b66" providerId="LiveId" clId="{3DF5733B-E84E-421B-8576-D4B37553F6E0}" dt="2026-08-08T05:28:46.383" v="2124" actId="2710"/>
        <pc:sldMkLst>
          <pc:docMk/>
          <pc:sldMk cId="1982532034" sldId="350"/>
        </pc:sldMkLst>
        <pc:spChg chg="mod">
          <ac:chgData name="Deepak V" userId="499a9d2cd44f0b66" providerId="LiveId" clId="{3DF5733B-E84E-421B-8576-D4B37553F6E0}" dt="2026-08-08T05:28:46.383" v="2124" actId="2710"/>
          <ac:spMkLst>
            <pc:docMk/>
            <pc:sldMk cId="1982532034" sldId="350"/>
            <ac:spMk id="3" creationId="{6599E3AF-76C3-BBB8-F175-9C29738BD057}"/>
          </ac:spMkLst>
        </pc:spChg>
        <pc:spChg chg="mod">
          <ac:chgData name="Deepak V" userId="499a9d2cd44f0b66" providerId="LiveId" clId="{3DF5733B-E84E-421B-8576-D4B37553F6E0}" dt="2026-08-08T05:24:45.184" v="2071" actId="404"/>
          <ac:spMkLst>
            <pc:docMk/>
            <pc:sldMk cId="1982532034" sldId="350"/>
            <ac:spMk id="12" creationId="{D935BF46-9D93-BD9E-525C-3391B206109A}"/>
          </ac:spMkLst>
        </pc:spChg>
      </pc:sldChg>
      <pc:sldChg chg="add del">
        <pc:chgData name="Deepak V" userId="499a9d2cd44f0b66" providerId="LiveId" clId="{3DF5733B-E84E-421B-8576-D4B37553F6E0}" dt="2026-08-08T05:23:55.964" v="2043"/>
        <pc:sldMkLst>
          <pc:docMk/>
          <pc:sldMk cId="4272710387" sldId="350"/>
        </pc:sldMkLst>
      </pc:sldChg>
      <pc:sldChg chg="addSp delSp modSp add mod">
        <pc:chgData name="Deepak V" userId="499a9d2cd44f0b66" providerId="LiveId" clId="{3DF5733B-E84E-421B-8576-D4B37553F6E0}" dt="2026-08-08T05:26:52.218" v="2107" actId="14100"/>
        <pc:sldMkLst>
          <pc:docMk/>
          <pc:sldMk cId="788153943" sldId="351"/>
        </pc:sldMkLst>
        <pc:spChg chg="del">
          <ac:chgData name="Deepak V" userId="499a9d2cd44f0b66" providerId="LiveId" clId="{3DF5733B-E84E-421B-8576-D4B37553F6E0}" dt="2026-08-08T05:25:56.389" v="2075" actId="22"/>
          <ac:spMkLst>
            <pc:docMk/>
            <pc:sldMk cId="788153943" sldId="351"/>
            <ac:spMk id="3" creationId="{2C10FC33-26B5-D239-8E27-3D92E77F4EEB}"/>
          </ac:spMkLst>
        </pc:spChg>
        <pc:spChg chg="del mod">
          <ac:chgData name="Deepak V" userId="499a9d2cd44f0b66" providerId="LiveId" clId="{3DF5733B-E84E-421B-8576-D4B37553F6E0}" dt="2026-08-08T05:26:47.721" v="2105" actId="478"/>
          <ac:spMkLst>
            <pc:docMk/>
            <pc:sldMk cId="788153943" sldId="351"/>
            <ac:spMk id="9" creationId="{D68210F9-3AB3-7968-9BF7-9FF6FE11E795}"/>
          </ac:spMkLst>
        </pc:spChg>
        <pc:spChg chg="del mod">
          <ac:chgData name="Deepak V" userId="499a9d2cd44f0b66" providerId="LiveId" clId="{3DF5733B-E84E-421B-8576-D4B37553F6E0}" dt="2026-08-08T05:26:45.077" v="2103" actId="478"/>
          <ac:spMkLst>
            <pc:docMk/>
            <pc:sldMk cId="788153943" sldId="351"/>
            <ac:spMk id="12" creationId="{0F6FF719-4C28-5672-F760-7C64B13F57B8}"/>
          </ac:spMkLst>
        </pc:spChg>
        <pc:picChg chg="del">
          <ac:chgData name="Deepak V" userId="499a9d2cd44f0b66" providerId="LiveId" clId="{3DF5733B-E84E-421B-8576-D4B37553F6E0}" dt="2026-08-08T05:26:46.192" v="2104" actId="478"/>
          <ac:picMkLst>
            <pc:docMk/>
            <pc:sldMk cId="788153943" sldId="351"/>
            <ac:picMk id="4" creationId="{1922E229-AA1B-030C-25BC-C204532267FA}"/>
          </ac:picMkLst>
        </pc:picChg>
        <pc:picChg chg="add mod ord">
          <ac:chgData name="Deepak V" userId="499a9d2cd44f0b66" providerId="LiveId" clId="{3DF5733B-E84E-421B-8576-D4B37553F6E0}" dt="2026-08-08T05:26:52.218" v="2107" actId="14100"/>
          <ac:picMkLst>
            <pc:docMk/>
            <pc:sldMk cId="788153943" sldId="351"/>
            <ac:picMk id="5" creationId="{3F632B35-5F0C-7D4D-117D-F38C27076986}"/>
          </ac:picMkLst>
        </pc:picChg>
        <pc:picChg chg="del">
          <ac:chgData name="Deepak V" userId="499a9d2cd44f0b66" providerId="LiveId" clId="{3DF5733B-E84E-421B-8576-D4B37553F6E0}" dt="2026-08-08T05:26:48.893" v="2106" actId="478"/>
          <ac:picMkLst>
            <pc:docMk/>
            <pc:sldMk cId="788153943" sldId="351"/>
            <ac:picMk id="11" creationId="{E1CD7823-266C-C85B-1D1B-1C8CDE7101EB}"/>
          </ac:picMkLst>
        </pc:picChg>
      </pc:sldChg>
      <pc:sldChg chg="add">
        <pc:chgData name="Deepak V" userId="499a9d2cd44f0b66" providerId="LiveId" clId="{3DF5733B-E84E-421B-8576-D4B37553F6E0}" dt="2026-08-08T05:25:18.212" v="2074"/>
        <pc:sldMkLst>
          <pc:docMk/>
          <pc:sldMk cId="2024434976" sldId="352"/>
        </pc:sldMkLst>
      </pc:sldChg>
      <pc:sldChg chg="modSp add mod">
        <pc:chgData name="Deepak V" userId="499a9d2cd44f0b66" providerId="LiveId" clId="{3DF5733B-E84E-421B-8576-D4B37553F6E0}" dt="2026-08-08T05:28:13.252" v="2121" actId="1076"/>
        <pc:sldMkLst>
          <pc:docMk/>
          <pc:sldMk cId="2966045189" sldId="353"/>
        </pc:sldMkLst>
        <pc:spChg chg="mod">
          <ac:chgData name="Deepak V" userId="499a9d2cd44f0b66" providerId="LiveId" clId="{3DF5733B-E84E-421B-8576-D4B37553F6E0}" dt="2026-08-08T05:28:13.252" v="2121" actId="1076"/>
          <ac:spMkLst>
            <pc:docMk/>
            <pc:sldMk cId="2966045189" sldId="353"/>
            <ac:spMk id="2" creationId="{DAF8A2F8-6429-6464-3676-97383B6C7352}"/>
          </ac:spMkLst>
        </pc:spChg>
        <pc:spChg chg="mod">
          <ac:chgData name="Deepak V" userId="499a9d2cd44f0b66" providerId="LiveId" clId="{3DF5733B-E84E-421B-8576-D4B37553F6E0}" dt="2026-08-08T05:27:32.028" v="2114" actId="115"/>
          <ac:spMkLst>
            <pc:docMk/>
            <pc:sldMk cId="2966045189" sldId="353"/>
            <ac:spMk id="5" creationId="{3F99C891-1FBD-0806-0258-D4CF4FE89610}"/>
          </ac:spMkLst>
        </pc:spChg>
      </pc:sldChg>
      <pc:sldChg chg="modSp add mod">
        <pc:chgData name="Deepak V" userId="499a9d2cd44f0b66" providerId="LiveId" clId="{3DF5733B-E84E-421B-8576-D4B37553F6E0}" dt="2026-08-08T06:10:15.279" v="2175" actId="1076"/>
        <pc:sldMkLst>
          <pc:docMk/>
          <pc:sldMk cId="1516481437" sldId="354"/>
        </pc:sldMkLst>
        <pc:spChg chg="mod">
          <ac:chgData name="Deepak V" userId="499a9d2cd44f0b66" providerId="LiveId" clId="{3DF5733B-E84E-421B-8576-D4B37553F6E0}" dt="2026-08-08T06:10:15.279" v="2175" actId="1076"/>
          <ac:spMkLst>
            <pc:docMk/>
            <pc:sldMk cId="1516481437" sldId="354"/>
            <ac:spMk id="6" creationId="{F01DA60D-4EFC-6DF4-2E0F-1CD0DEB06DF3}"/>
          </ac:spMkLst>
        </pc:spChg>
        <pc:spChg chg="mod">
          <ac:chgData name="Deepak V" userId="499a9d2cd44f0b66" providerId="LiveId" clId="{3DF5733B-E84E-421B-8576-D4B37553F6E0}" dt="2026-08-08T06:09:30.011" v="2166" actId="20577"/>
          <ac:spMkLst>
            <pc:docMk/>
            <pc:sldMk cId="1516481437" sldId="354"/>
            <ac:spMk id="12" creationId="{D411CB5A-F80E-339A-01CB-A876FA81CB8D}"/>
          </ac:spMkLst>
        </pc:spChg>
      </pc:sldChg>
      <pc:sldChg chg="modSp add mod">
        <pc:chgData name="Deepak V" userId="499a9d2cd44f0b66" providerId="LiveId" clId="{3DF5733B-E84E-421B-8576-D4B37553F6E0}" dt="2026-08-08T06:14:50.089" v="2271" actId="14100"/>
        <pc:sldMkLst>
          <pc:docMk/>
          <pc:sldMk cId="2569438765" sldId="355"/>
        </pc:sldMkLst>
        <pc:spChg chg="mod">
          <ac:chgData name="Deepak V" userId="499a9d2cd44f0b66" providerId="LiveId" clId="{3DF5733B-E84E-421B-8576-D4B37553F6E0}" dt="2026-08-08T06:14:50.089" v="2271" actId="14100"/>
          <ac:spMkLst>
            <pc:docMk/>
            <pc:sldMk cId="2569438765" sldId="355"/>
            <ac:spMk id="6" creationId="{DB5A35B4-2E8C-7A2E-F6D0-0B8BAA1142EC}"/>
          </ac:spMkLst>
        </pc:spChg>
        <pc:spChg chg="mod">
          <ac:chgData name="Deepak V" userId="499a9d2cd44f0b66" providerId="LiveId" clId="{3DF5733B-E84E-421B-8576-D4B37553F6E0}" dt="2026-08-08T06:14:12.865" v="2252" actId="20577"/>
          <ac:spMkLst>
            <pc:docMk/>
            <pc:sldMk cId="2569438765" sldId="355"/>
            <ac:spMk id="12" creationId="{AFF4AA4E-9CC9-846D-F47D-FA9A8AED970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8/8/2026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8/8/2026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A5AD-3528-8E9B-0326-67A5624A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6A104-94E8-3C5E-2B8B-C9BA49F3A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0C76B-2CB8-29F6-DBB3-319A1B16D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E30F0-4774-0A11-C345-D1DB171D8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261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8802-08DB-3B66-4C61-935DE431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10317-3B42-7F5A-BE71-9B436D298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D4992-B7E4-655D-81DA-5D6E2348E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91AB3-5B4A-7A05-E914-01907E8A4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7537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1568-2F42-0B11-42D3-5C03E92D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96DBA-D316-C530-2039-ED417C90B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D7747-54A4-7EDD-17C4-B571B9160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9BE86-BA88-54E1-5470-3BB0587F9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4583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BFF5-37CE-0481-179E-90E0F683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4FA86-FC6B-9EB5-FD57-EB09BED4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4E2F6-1FA9-4373-63CE-5BC34FE2B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706C0-1F80-7786-C59D-4590BB1A6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1021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620B-21BE-C9F2-85FE-9F1327EE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5E5A7-053A-FDAF-D313-24695B7BA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0B926-E4DD-ECBF-CC4C-7669D453E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4AD73-B237-0743-5668-8BF2A2D57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320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038C-EC39-2040-2E6E-2C9B78E63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6DD5C-50AC-E176-6A94-77E91F936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5371D-94A4-ECF5-DBA5-3019CC75B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18DA2-13E6-AAC5-6E43-F6438C1BA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583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1D1F-668A-AAA0-F0A8-FCD61395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683AA-0F0A-8097-07CE-4D80CACCB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F73D8-325F-2697-DA42-6955BFF91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F7CC0-E508-4FF0-6AF9-D6BAE5307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4172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8439-3ED6-65E6-ED84-7F659848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A8E3C-32F2-5188-70B3-B82EB6A2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9BD3A-CE75-6FDC-6E1A-D92CF74FF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5DDD-7C8D-DB7F-528B-58B73E333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4629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590E-EF9A-56F1-16B2-8D156676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84D49-FE90-289D-9900-7AB98560C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A709A-6F9A-2314-8062-B1B5161EB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FB3C-BCD2-98B5-7CB6-F8C69D230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768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893B3-75C2-4CF6-CF70-323EDA91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26FC4-2E3E-ED0E-9626-F7662C78E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0CD81-4E76-BA40-B37D-80D7EEC6A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F1191-C3EA-2FBA-B9D1-7E5E3BA52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0851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08FD-0311-075C-B868-26C0E469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B219F-A8C3-0A4A-FC69-7B6B84200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BFD05-5ABF-A593-02E3-6C033EC3A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D215F-DF11-0938-CD03-4FB95C399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568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A5F1-D38D-4CE9-13EA-4442B439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59DAF-029D-B57C-B173-60AD84D2B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B7BB3-BCFC-F288-F4C8-037996EB3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4A05C-8BB0-A592-E693-7A495A895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6326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2ED45-F839-C285-84C5-C87DCB02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C7CDF-EBD7-AC3B-16D0-0019730EE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E930B-1AD6-B4EC-4421-00EC5571D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CF3B4-9DA5-7586-5F9E-DFCE5F043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24934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2D74-6023-5CDC-0D25-AB2BB962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85AF6-B06C-4466-774A-5E18375C1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10576-C57D-2C9E-D48C-F6DCBBC22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D7B5-D62E-69DA-06FE-CEB4B2F97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290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5F8AB-C164-A36C-8FC0-AC62F840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2274C-3CDE-CB5A-199C-645E6C787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4D720-6C31-2312-05F8-B91F838F5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CA563-A3A8-F166-45D6-8093CA6E3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2497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7E2D-91CF-A3FF-1F02-95ACB35D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DF17C-8386-9E24-57B6-F268FFD15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F5B73-7FEC-CA7B-0548-5A967602A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12D41-D11B-DD0A-B353-BD3DA221B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2386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 Simple Backgrounds [Edit and Download]">
            <a:extLst>
              <a:ext uri="{FF2B5EF4-FFF2-40B4-BE49-F238E27FC236}">
                <a16:creationId xmlns:a16="http://schemas.microsoft.com/office/drawing/2014/main" id="{D6D88F28-9497-673D-5638-1AE930DBC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ubtitle 6">
            <a:extLst>
              <a:ext uri="{FF2B5EF4-FFF2-40B4-BE49-F238E27FC236}">
                <a16:creationId xmlns:a16="http://schemas.microsoft.com/office/drawing/2014/main" id="{22A12031-A2E9-2CC6-9179-DD1444064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1464" y="3978538"/>
            <a:ext cx="5198941" cy="237969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Deepak V-192411021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Aaron Samuel S- 19411022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Abhay-192411219</a:t>
            </a:r>
          </a:p>
          <a:p>
            <a:pPr algn="l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Meghanadh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A-1923722281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Ebin Antony P-192373011</a:t>
            </a: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FE5F9498-1363-477C-610A-E7842121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3825" y="1838185"/>
            <a:ext cx="11884230" cy="8640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Resource Exchange Network for Academic Resource Sharing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715E9-5BEB-9BE2-CD98-F68FE3887254}"/>
              </a:ext>
            </a:extLst>
          </p:cNvPr>
          <p:cNvSpPr txBox="1"/>
          <p:nvPr/>
        </p:nvSpPr>
        <p:spPr>
          <a:xfrm>
            <a:off x="1229439" y="3113242"/>
            <a:ext cx="931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dk1"/>
              </a:buClr>
              <a:buSzPts val="2600"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CSA4305 –Internet Programming </a:t>
            </a: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" name="Picture 2" descr="SSE-Computer Science and Engineering">
            <a:extLst>
              <a:ext uri="{FF2B5EF4-FFF2-40B4-BE49-F238E27FC236}">
                <a16:creationId xmlns:a16="http://schemas.microsoft.com/office/drawing/2014/main" id="{9EFC6E01-CE6D-C61A-18D7-38D4C0FE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0D5DD552-4C5C-FE74-9769-1E5D9287941F}"/>
              </a:ext>
            </a:extLst>
          </p:cNvPr>
          <p:cNvSpPr txBox="1"/>
          <p:nvPr/>
        </p:nvSpPr>
        <p:spPr>
          <a:xfrm>
            <a:off x="1651640" y="3978538"/>
            <a:ext cx="3308183" cy="170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r>
              <a:rPr lang="en-US" sz="28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Supervisor-</a:t>
            </a:r>
            <a:r>
              <a:rPr lang="en-US" sz="26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chemeClr val="dk1"/>
              </a:buClr>
              <a:buSzPts val="2600"/>
            </a:pP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Dr.D.Sudhagar</a:t>
            </a:r>
            <a:b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8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Arial" panose="020B0604020202020204"/>
              <a:buNone/>
            </a:pPr>
            <a:endParaRPr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1115-9603-8036-3A62-B4580F68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46030C3-B2A7-CDE6-C902-5E03EA3F7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B9E1200-92A9-C714-5E46-1D5DB90A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33D3F-899E-2F62-E912-0CF5FE616EBE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635B65A-78E6-D440-A31E-88F636B59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0BA0A-E9F3-E037-320D-8721B5CAA9D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1424" y="2366262"/>
            <a:ext cx="1219200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Resource Exchange Network (CREN): An Intelligent Academic Marketplace for Resource Sharing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platform designed to help students securely buy, sell, lend, donate, and exchange academic resources within the campus. The system integrates QR-based verification, trust scoring, notifications, and a centralized marketplace to ensure reliable transactions. By promoting resource reuse, the platform reduces educational expenses, minimizes waste while providing a safe academic resource-sharing environment.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8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CEB4B-D934-E88C-44C9-FDB3648F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5FC338C0-4FDA-ECD7-8D1A-D7230F31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A59DD94-2059-E3BD-2612-BBBCDF30C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3BC3D-9F32-8CE9-4EB1-AE86A7DBC36C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1DFA89D5-724C-CD88-8CDE-3323748D4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310909-525D-31BB-39FC-1C026394FA5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91344" y="2413397"/>
            <a:ext cx="12192000" cy="5179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secure exchange of campus academic resources.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buying, selling, lending, donating, and swapping.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student expenses through resource reuse.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sustainable and affordable campus resource sharing.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trusted transactions using QR verification.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4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25C1-C538-C248-E0AB-B91F42F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DCB8249-008B-B32F-A5A7-021DAB0F1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F85C70A-7D65-C52D-4A8A-2B50AF01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9E8DDF-4C4A-324E-DE8A-4C00D24BC15F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3A96EF34-C1E2-5547-1A34-98125945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CA7DC-6DEB-75A0-C6FD-4C662D4E390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1674" y="2386204"/>
            <a:ext cx="11928648" cy="44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repeatedly purchase costly academic resources.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 materials remain wasted after every semester.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lack campus-specific exchange features.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trustworthy student sellers is difficult.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academic resource exchange platform.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3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C74F-A6F1-36BC-E4C4-AF3FC0EB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90BA6C1D-10E1-7F56-F9F6-2BCC0B4EC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9837FDA-CC1C-CA20-9E38-E7D0DD4F7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EF7AE-10DB-0CE2-4715-17ED2BE46930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94304743-3B8E-5E29-ACBA-BFBD3E560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40783D-E545-5EBE-3AE1-76BCF7910985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03A6-D547-93EB-B3E4-6F47113DB1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73" y="2200650"/>
            <a:ext cx="10288693" cy="410981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secure campus resource exchange platform.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academic resource buying and sharing.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educational expenses through resource reuse.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trusted exchanges using QR verification.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sustainability among college students.</a:t>
            </a:r>
          </a:p>
        </p:txBody>
      </p:sp>
    </p:spTree>
    <p:extLst>
      <p:ext uri="{BB962C8B-B14F-4D97-AF65-F5344CB8AC3E}">
        <p14:creationId xmlns:p14="http://schemas.microsoft.com/office/powerpoint/2010/main" val="128894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C771-BD4D-AC91-C71E-35E9409E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8326FB4C-B046-E94F-A4B0-EA2B2123E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935BF46-9D93-BD9E-525C-3391B206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3812E8-8AF3-B354-CA76-284C7F4D987C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700EC5A-9C28-2AFC-A48F-88895E559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9D9CFF-4307-54F3-9922-10535F92245D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E3AF-76C3-BBB8-F175-9C29738BD0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73" y="2200650"/>
            <a:ext cx="10288693" cy="4109814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general online buying and selling platforms.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trust between unknown buyers and sellers.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campus-specific verification or authentication features.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searching remains inefficient and time-consuming.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security and transparency are comparatively lower.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3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0F3B-2ABE-CFD9-84FF-2B8D5202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DC28620E-AAD5-1438-47F2-24D7FBD1D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F1ADB31-F85C-D0FD-3736-E9B532AD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4479CC-69EB-BC69-5CF2-B10ADF018CA5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D5550549-0379-7A94-4598-9DF6996CD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45B062-60DF-0393-480B-AFE6186E211B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830E9-FB9F-DD0D-6513-6C98BAE106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73" y="2200650"/>
            <a:ext cx="11200627" cy="4109814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campus marketplace for academic resource exchange.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verification secures every completed transaction.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scores encourage reliable student interactions.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search simplifies resource discovery efficiently.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buying, selling, lending, donating, and swapping.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201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A60B-74AD-2F3D-886A-A7FF050F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FD3B500-18A6-EAAA-3821-C146EBBD0E46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32B35-5F0C-7D4D-117D-F38C2707698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7934" y="0"/>
            <a:ext cx="12191999" cy="683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5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4C1E-72C1-81CB-E92B-4C2E1260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FA1D24B5-3AAF-E579-7078-290EF65C3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093ADA2-CB56-5811-4346-7FC0B5F6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3448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E0CEB5-8B60-AC91-C723-16192672C7DF}"/>
              </a:ext>
            </a:extLst>
          </p:cNvPr>
          <p:cNvSpPr/>
          <p:nvPr/>
        </p:nvSpPr>
        <p:spPr>
          <a:xfrm>
            <a:off x="-2" y="2132856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09A2F80-7F4B-98D3-E5AD-574A1BF9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40AA47-D1D4-9F99-F993-DA165618B41D}"/>
              </a:ext>
            </a:extLst>
          </p:cNvPr>
          <p:cNvSpPr txBox="1"/>
          <p:nvPr/>
        </p:nvSpPr>
        <p:spPr>
          <a:xfrm>
            <a:off x="0" y="2342370"/>
            <a:ext cx="1127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Profile Management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B0FD5-C189-AA28-3D37-D3A1B50C1B8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9336" y="2840742"/>
            <a:ext cx="11274561" cy="396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students using verified college email.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login and password protection.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 profiles and account details.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password recovery through email verification.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secure user roles and permissions.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962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22139-931C-0670-836A-0EE6C690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EA0A546C-DD8F-7187-E208-7FA829CD8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627790D-D387-89F1-442A-C6E7F4D4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1578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B3E1C0-5633-DDCD-1105-189E3D27351E}"/>
              </a:ext>
            </a:extLst>
          </p:cNvPr>
          <p:cNvSpPr/>
          <p:nvPr/>
        </p:nvSpPr>
        <p:spPr>
          <a:xfrm>
            <a:off x="0" y="2311658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65410177-8DB9-9119-5852-4ABDBCAF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0ED14-C5EC-66BF-E5F8-B4DECB94E610}"/>
              </a:ext>
            </a:extLst>
          </p:cNvPr>
          <p:cNvSpPr txBox="1"/>
          <p:nvPr/>
        </p:nvSpPr>
        <p:spPr>
          <a:xfrm>
            <a:off x="0" y="2359190"/>
            <a:ext cx="11130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Listing &amp; Marketplace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D0BE3-1B7A-27DE-3EED-4256FF3C2D0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9336" y="2513256"/>
            <a:ext cx="9937104" cy="4276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academic resources with complete details.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resources using smart filtering options.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Buy, sell, lend, donate, or exchange.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pricing, condition, and seller information.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listings with easy editing options.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36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42C7-0EC3-D220-62EB-2003CBEE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3DC7D2A2-F693-D751-3E44-FA2A37397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D20EE3-D9E7-7B3B-1B41-11DB71CCB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D8363D-0F16-D0BC-79E9-D01496E3D671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7018E32-72EF-1359-0CCA-CBCF15E3C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82B04-21FF-0C58-5BDD-9A1427C99637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Management &amp; Trust System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0DE3E0-C52C-1D12-C27A-A22AFE8CF14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7576" y="2957409"/>
            <a:ext cx="11904662" cy="397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QR codes for secure verification.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exchange requests between students securely.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trust scores using transaction history.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complete exchange and transaction records.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ratings and reviews after exchanges.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89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532B-AAF7-E332-093F-A03FF776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5F84F870-6AEE-8042-6BD0-9E3DB6B57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A9D58993-BFA7-6E53-4C6E-52A7F1E6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D89F3-08F2-A3EF-6394-36D0A32E4C11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AFFAF978-8933-2ABA-62F0-7AF3F5232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A80B9-63BE-96E4-8E65-5C9C5728E3B1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Chat, Notifications &amp; Feedback Management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A45103-AC59-4F67-AFEB-6A5B63FADED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7576" y="2957410"/>
            <a:ext cx="11904662" cy="397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messaging between buyers and sellers.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instant notifications for exchange requests and updates.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to rate completed exchange transactions.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feedback to improve platform reliability.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communication history for future reference.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4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D47C-EB2C-A408-482E-63F49C13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0776A030-4395-A304-0600-B49172B05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47D21E5-D70E-3C12-D198-E53ACCD9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85E79-44F4-FA5E-6090-1CD09F89DC94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3E866B3F-409B-4D41-8CBC-329AD908C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F25F8E-61AB-5A59-0449-FBACB7034439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Chat, Notifications &amp; Feedback Management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0CB459-A5BC-960E-E33B-58517FFBBC1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7576" y="2957410"/>
            <a:ext cx="11904662" cy="397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messaging between buyers and sellers.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instant notifications for exchange requests and updates.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to rate completed exchange transactions.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feedback to improve platform reliability.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communication history for future reference.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43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E626-7B7A-FFBE-0796-685FF77D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398C9FCC-A966-285A-4F22-A5A7B2E34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CFDCBD1-2961-B364-D316-BB83D5DC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DC2CDB-0EB5-FBC6-D581-912E12BA826A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DBF8EA2D-A5AB-141E-0A4D-4517F5A4B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99C891-1FBD-0806-0258-D4CF4FE89610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US" sz="2800" u="sng" dirty="0"/>
              <a:t>Administration &amp; System Management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F8A2F8-6429-6464-3676-97383B6C73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7936" y="2918470"/>
            <a:ext cx="11904662" cy="479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users and marketplace activities efficiently.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remove inappropriate resource listings.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user reports and platform complaints.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platform usage statistics.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overall system security and performance.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045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E90C-F22A-9781-ADB8-2D166FD1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C35E860-80B0-8105-88CF-CEC09A5CA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A8A1079-4B3B-0903-CF54-73BC29FE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E7771-2B24-3EAD-C7DE-36B78FDFE664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042370C3-9EC1-F78B-1A51-95C6DAF5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2DEEEE-470E-9A90-4418-5812FADFF379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7AEF7-A85B-6E3B-F53A-BC4B45BADA9E}"/>
              </a:ext>
            </a:extLst>
          </p:cNvPr>
          <p:cNvSpPr txBox="1"/>
          <p:nvPr/>
        </p:nvSpPr>
        <p:spPr>
          <a:xfrm>
            <a:off x="407368" y="2367788"/>
            <a:ext cx="813690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Bootstrap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XAMPP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Verification: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 Library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Chrome</a:t>
            </a:r>
          </a:p>
        </p:txBody>
      </p:sp>
    </p:spTree>
    <p:extLst>
      <p:ext uri="{BB962C8B-B14F-4D97-AF65-F5344CB8AC3E}">
        <p14:creationId xmlns:p14="http://schemas.microsoft.com/office/powerpoint/2010/main" val="35509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F20B-B515-0021-A518-0E76E091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D0E89355-385A-13AF-D9E3-AD593E74C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411CB5A-F80E-339A-01CB-A876FA81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ACF10-A684-3A27-8BE0-D22A2CC49172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2A1E69D3-B955-8E3F-1651-BD70CA88F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1ACC3-0506-10A4-BE32-DA469C95452E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DA60D-4EFC-6DF4-2E0F-1CD0DEB06DF3}"/>
              </a:ext>
            </a:extLst>
          </p:cNvPr>
          <p:cNvSpPr txBox="1"/>
          <p:nvPr/>
        </p:nvSpPr>
        <p:spPr>
          <a:xfrm>
            <a:off x="11727" y="2012694"/>
            <a:ext cx="11089232" cy="5851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campus academic resource exchange platform. 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educational expenses through resource reuse. 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trust using QR verification mechanisms. 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sustainable and collaborative student communities. </a:t>
            </a:r>
          </a:p>
          <a:p>
            <a:pPr marL="4572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accessibility of academic resources efficiently.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481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A97A-7582-7350-073F-E04639968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EDA6030C-7E6D-6CC4-7B50-4128DDF4A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AFF4AA4E-9CC9-846D-F47D-FA9A8AED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90284D-49FE-3EC1-D842-BBB91E9C8650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9F4419D8-D411-9DAF-E2A9-0838138BE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84D560-3104-1B19-F3B8-A9B7BCF13E6C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A35B4-2E8C-7A2E-F6D0-0B8BAA1142EC}"/>
              </a:ext>
            </a:extLst>
          </p:cNvPr>
          <p:cNvSpPr txBox="1"/>
          <p:nvPr/>
        </p:nvSpPr>
        <p:spPr>
          <a:xfrm>
            <a:off x="11727" y="2012694"/>
            <a:ext cx="121723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Hobson, K. &amp; O’Byrne, M., “Sharing and Repairing at University,” Circular Economy and Sustainability, 2024. DOI: 10.1007/s43615-024-00403-4.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Peña-García, N. et al., “Reviews, Trust, and Customer Experience in Online Marketplaces,” Frontiers in Communication, 2024. DOI: 10.3389/fcomm.2024.1460321.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Jafri, M. D. M. et al., “Design and Development of a Smart Student Rental Platform,” IJRISS, 2025. DOI: 10.47772/IJRISS.2025.90900071.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Jafri, M. D. M. et al., “User Acceptance Testing of a Smart Student Rental Platform,” IJRISS, 2025. DOI: 10.47772/IJRISS.2025.910000487.</a:t>
            </a:r>
          </a:p>
        </p:txBody>
      </p:sp>
    </p:spTree>
    <p:extLst>
      <p:ext uri="{BB962C8B-B14F-4D97-AF65-F5344CB8AC3E}">
        <p14:creationId xmlns:p14="http://schemas.microsoft.com/office/powerpoint/2010/main" val="2569438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1252</TotalTime>
  <Words>832</Words>
  <Application>Microsoft Office PowerPoint</Application>
  <PresentationFormat>Widescreen</PresentationFormat>
  <Paragraphs>124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Times New Roman</vt:lpstr>
      <vt:lpstr>Tw Cen MT</vt:lpstr>
      <vt:lpstr>Tw Cen MT Condensed</vt:lpstr>
      <vt:lpstr>Wingdings 3</vt:lpstr>
      <vt:lpstr>ModernClassicBlock-3</vt:lpstr>
      <vt:lpstr>Campus Resource Exchange Network for Academic Resource Sharing</vt:lpstr>
      <vt:lpstr>ABstract</vt:lpstr>
      <vt:lpstr>Introduction </vt:lpstr>
      <vt:lpstr>Problem statement</vt:lpstr>
      <vt:lpstr>Objective</vt:lpstr>
      <vt:lpstr>Existing System</vt:lpstr>
      <vt:lpstr>Proposed system </vt:lpstr>
      <vt:lpstr>PowerPoint Presentation</vt:lpstr>
      <vt:lpstr>METhodology</vt:lpstr>
      <vt:lpstr>METhodology</vt:lpstr>
      <vt:lpstr>METhodology</vt:lpstr>
      <vt:lpstr>METhodology</vt:lpstr>
      <vt:lpstr>METhodology</vt:lpstr>
      <vt:lpstr>METhodology</vt:lpstr>
      <vt:lpstr>Tools Used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Duddupudi</dc:creator>
  <cp:lastModifiedBy>Deepak V</cp:lastModifiedBy>
  <cp:revision>28</cp:revision>
  <dcterms:created xsi:type="dcterms:W3CDTF">2025-07-10T17:27:14Z</dcterms:created>
  <dcterms:modified xsi:type="dcterms:W3CDTF">2026-08-08T06:14:52Z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